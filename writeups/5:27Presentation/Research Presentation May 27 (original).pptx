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b080c23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b080c23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b080c2332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b080c2332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b080c233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b080c233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b080c233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b080c233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b080c2332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b080c2332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b080c2332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b080c2332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b080c2332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b080c2332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b080c2332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b080c2332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b080c2332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b080c2332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b080c2332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b080c2332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b080c2332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b080c2332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b080c2332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b080c2332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b080c2332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b080c2332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b080c2332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b080c2332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b080c2332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b080c2332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b080c2332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b080c2332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b080c2332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b080c2332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b080c2332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b080c2332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b080c2332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b080c2332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for scientific computing and the PNP-BV </a:t>
            </a:r>
            <a:r>
              <a:rPr lang="en"/>
              <a:t>problem</a:t>
            </a:r>
            <a:r>
              <a:rPr lang="en"/>
              <a:t> revisited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Jake Weinstein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Preface on the PNP-BV Solver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I’ll cover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problem – ORR selectivity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Previous work in this area that I’m building 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model – PNP-BV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it’s hard numerically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this work solves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Verification – How do we know it’s right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What’s next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413" y="1017725"/>
            <a:ext cx="7043174" cy="390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it’s measured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450" y="0"/>
            <a:ext cx="50365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394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 we’re trying to explain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3543" y="0"/>
            <a:ext cx="474046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real goal of this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selection – Which mechanisms are responsible for the curves?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Parameter inference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work by Jithin George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399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actual PDE solver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an analytic closure for concentrations, ODE on the potential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solve another equation at the boundary to give Butler-Volmer</a:t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250" y="1152475"/>
            <a:ext cx="5315926" cy="356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1 reaction?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a true physics solve, so can’t easily extend the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or two more here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to the full PDE solver</a:t>
            </a:r>
            <a:endParaRPr/>
          </a:p>
        </p:txBody>
      </p:sp>
      <p:sp>
        <p:nvSpPr>
          <p:cNvPr id="118" name="Google Shape;118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50" y="0"/>
            <a:ext cx="896030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it’s numerically terrible 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Concentrations at steady state span 10 orders of magnitude.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potential varies a lot over a very small domain near the electrode.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Exponential </a:t>
            </a:r>
            <a:r>
              <a:rPr lang="en"/>
              <a:t>nonlinearity</a:t>
            </a:r>
            <a:r>
              <a:rPr lang="en"/>
              <a:t> from the BV terms in the boundary causes exponential concentration buildups and potentials.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Electromigration and natural diffusion run on very different timescales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solve this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u=ln(c), not 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Enforces non-negative concentration and deals with exponential concentration buildups.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H+, model μ = ln(c) + φ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Log-rate BV – Add eqs here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Analytic non-reactive 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1140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Continuation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6870"/>
            <a:ext cx="9144001" cy="4487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5"/>
            <a:ext cx="9144003" cy="314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27124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Verification: MMS</a:t>
            </a:r>
            <a:endParaRPr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837" y="843950"/>
            <a:ext cx="6580326" cy="429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445025"/>
            <a:ext cx="3941700" cy="4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Verification: </a:t>
            </a:r>
            <a:r>
              <a:rPr lang="en"/>
              <a:t>Agreement with previous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5845" lvl="0" marL="457200" rtl="0" algn="l">
              <a:spcBef>
                <a:spcPts val="0"/>
              </a:spcBef>
              <a:spcAft>
                <a:spcPts val="0"/>
              </a:spcAft>
              <a:buSzPts val="1689"/>
              <a:buChar char="●"/>
            </a:pPr>
            <a:r>
              <a:rPr lang="en" sz="1689"/>
              <a:t>List changes made to solver to emulate previous work.</a:t>
            </a:r>
            <a:endParaRPr sz="168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11"/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837" y="0"/>
            <a:ext cx="4817174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next?</a:t>
            </a:r>
            <a:endParaRPr/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Experimentation to find a better model for the system using this solver.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Tentative cation hydrolysis</a:t>
            </a:r>
            <a:endParaRPr/>
          </a:p>
        </p:txBody>
      </p:sp>
      <p:sp>
        <p:nvSpPr>
          <p:cNvPr id="175" name="Google Shape;17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